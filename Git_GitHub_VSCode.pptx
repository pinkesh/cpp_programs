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68" r:id="rId17"/>
    <p:sldId id="266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88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in VS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essential Git workflow and commands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 (DVCS)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to code over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collaboration among developers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- full repository on your machine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Branch-based workflow for parallel 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open-source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platform for Git repositories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location to store and share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collaboration tools (Pull Requests, Issues)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features (Follow, Star, Contribute)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and automation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and security features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Git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Install Git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https://git-scm.com and follow installation wizard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Configure Git Globally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8046720" cy="54864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"your.email@example.com"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Installation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04672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Authenticate with GitHub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SSH keys or personal access tokens. VS Code will prompt during first push.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in VS Code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Source Control Panel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icon shows repo status and changes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Inline Diff 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in each file side-by-side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Built-in Terminal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commands directly without leaving editor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Command Palette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76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Git commands (Ctrl+Shift+P)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Status Bar Info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553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branch, commits, and sync status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Clone a Repository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Download an existing repository from GitHub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&lt;repository-url&gt;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https://github.com/username/project.git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→ Git: Clone → Paste repository URL → Select folder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Git Ignore (.gitignore)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Exclude files/folders from Git tracking (node_modules, .env, etc)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.gitignore file in project root: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new file: .gitignore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patterns to ignore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Save and commit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Create a New Branch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Create isolated work environment for features or fixes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&lt;branch-name&gt;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feature/login-page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feature/login-page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branch name in status bar → Create new branch → Enter name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Rename a Branch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Update branch name for clarity or convention adherence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current branch: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&lt;new-name&gt;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specific branch: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&lt;old-name&gt; &lt;new-name&gt;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bugfix/typo-fix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Add Untracked Files (Git: Add)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Stage new files before committing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specific file: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all changes: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icon next to filename in Source Control panel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Undo Changes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Discard changes or undo commits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Discard changes in file: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-- &lt;filename&gt;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Revert last commit (keep changes):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Revert last commit (discard changes):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Fetch (Get Updates)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Download updates from remote without merging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specific branch: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 &lt;branch-name&gt;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→ Git: Fetch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Push (Send to Remote)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Upload committed changes to GitHub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&lt;branch-name&gt;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feature/login-page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branch (first time):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--set-upstream origin &lt;branch-name&gt;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Publish Branch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Make local branch available on GitHub for others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command: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&lt;branch-name&gt;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 (easier):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'Publish Branch' button in Source Control panel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via Command Palette: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→ Git: Publish Branch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Sync (Fetch + Pull + Push)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Two-way sync with remote - fetch updates AND push changes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&lt;branch-name&gt; &amp;&amp; git push origin &lt;branch-name&gt;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simply (if tracking set up):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&amp;&amp; git push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sync icon (↻) in status bar - syncs with one click!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Merge Branches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Integrate changes from one branch into another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feature branch into main: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feature/login-page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VS Code: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main branch → Right-click feature branch → Merge branch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resolution: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highlights conflicts with accept/reject buttons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Stage Files (Git: Stage)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Mark files as ready for commit (already added or modified)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specific file: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&lt;filename&gt;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Unstage file: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&lt;filename&gt;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staged changes: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Git Workflow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repo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Create/switch branch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Make changes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&amp; stage 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Commit with message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Fetch updates from remote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Resolve conflicts (if any)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Push to remote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Create Pull Request on 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Merge after review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descriptive commit messages (present tense, concise)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frequently with logical, atomic changes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branches focused on single features/fixes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pull before pushing to avoid conflicts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.gitignore to exclude unnecessary 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 before merging (use Pull Requests)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branches after merging to keep repo clean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Git Shortcuts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26080" y="10972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Control panel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 (search Git commands)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Ctrl+`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integrated terminal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Ctrl+K Ctrl+0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468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all regions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file 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926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diff of changes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enables version control and collaboration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platform to host and share repositories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integrates Git seamlessly for daily 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core commands: clone, branch, add, commit, push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small projects to build confidence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Documentation: https://git-scm.com/doc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Guides: https://guides.github.com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Git Support: https://code.visualstudio.com/docs/editor/versioncontrol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1168</Words>
  <Application>Microsoft Office PowerPoint</Application>
  <PresentationFormat>On-screen Show (16:9)</PresentationFormat>
  <Paragraphs>225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Calibria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Pinkeshkumar Patel</cp:lastModifiedBy>
  <cp:revision>2</cp:revision>
  <dcterms:created xsi:type="dcterms:W3CDTF">2026-07-07T14:15:06Z</dcterms:created>
  <dcterms:modified xsi:type="dcterms:W3CDTF">2026-08-22T12:57:47Z</dcterms:modified>
</cp:coreProperties>
</file>